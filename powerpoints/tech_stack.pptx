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14630400" cy="6264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3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92" y="538"/>
      </p:cViewPr>
      <p:guideLst>
        <p:guide orient="horz" pos="1973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914400" cy="9144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025195"/>
            <a:ext cx="10972800" cy="2180896"/>
          </a:xfrm>
        </p:spPr>
        <p:txBody>
          <a:bodyPr anchor="b"/>
          <a:lstStyle>
            <a:lvl1pPr algn="ctr">
              <a:defRPr sz="5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90195"/>
            <a:ext cx="10972800" cy="1512416"/>
          </a:xfrm>
        </p:spPr>
        <p:txBody>
          <a:bodyPr/>
          <a:lstStyle>
            <a:lvl1pPr marL="0" indent="0" algn="ctr">
              <a:buNone/>
              <a:defRPr sz="2192"/>
            </a:lvl1pPr>
            <a:lvl2pPr marL="417606" indent="0" algn="ctr">
              <a:buNone/>
              <a:defRPr sz="1827"/>
            </a:lvl2pPr>
            <a:lvl3pPr marL="835213" indent="0" algn="ctr">
              <a:buNone/>
              <a:defRPr sz="1644"/>
            </a:lvl3pPr>
            <a:lvl4pPr marL="1252819" indent="0" algn="ctr">
              <a:buNone/>
              <a:defRPr sz="1461"/>
            </a:lvl4pPr>
            <a:lvl5pPr marL="1670426" indent="0" algn="ctr">
              <a:buNone/>
              <a:defRPr sz="1461"/>
            </a:lvl5pPr>
            <a:lvl6pPr marL="2088032" indent="0" algn="ctr">
              <a:buNone/>
              <a:defRPr sz="1461"/>
            </a:lvl6pPr>
            <a:lvl7pPr marL="2505639" indent="0" algn="ctr">
              <a:buNone/>
              <a:defRPr sz="1461"/>
            </a:lvl7pPr>
            <a:lvl8pPr marL="2923245" indent="0" algn="ctr">
              <a:buNone/>
              <a:defRPr sz="1461"/>
            </a:lvl8pPr>
            <a:lvl9pPr marL="3340852" indent="0" algn="ctr">
              <a:buNone/>
              <a:defRPr sz="146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08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97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1561719"/>
            <a:ext cx="12618720" cy="2605764"/>
          </a:xfrm>
        </p:spPr>
        <p:txBody>
          <a:bodyPr anchor="b"/>
          <a:lstStyle>
            <a:lvl1pPr>
              <a:defRPr sz="5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4192135"/>
            <a:ext cx="12618720" cy="1370310"/>
          </a:xfrm>
        </p:spPr>
        <p:txBody>
          <a:bodyPr/>
          <a:lstStyle>
            <a:lvl1pPr marL="0" indent="0">
              <a:buNone/>
              <a:defRPr sz="2192">
                <a:solidFill>
                  <a:schemeClr val="tx1">
                    <a:tint val="75000"/>
                  </a:schemeClr>
                </a:solidFill>
              </a:defRPr>
            </a:lvl1pPr>
            <a:lvl2pPr marL="417606" indent="0">
              <a:buNone/>
              <a:defRPr sz="1827">
                <a:solidFill>
                  <a:schemeClr val="tx1">
                    <a:tint val="75000"/>
                  </a:schemeClr>
                </a:solidFill>
              </a:defRPr>
            </a:lvl2pPr>
            <a:lvl3pPr marL="835213" indent="0">
              <a:buNone/>
              <a:defRPr sz="1644">
                <a:solidFill>
                  <a:schemeClr val="tx1">
                    <a:tint val="75000"/>
                  </a:schemeClr>
                </a:solidFill>
              </a:defRPr>
            </a:lvl3pPr>
            <a:lvl4pPr marL="1252819" indent="0">
              <a:buNone/>
              <a:defRPr sz="1461">
                <a:solidFill>
                  <a:schemeClr val="tx1">
                    <a:tint val="75000"/>
                  </a:schemeClr>
                </a:solidFill>
              </a:defRPr>
            </a:lvl4pPr>
            <a:lvl5pPr marL="1670426" indent="0">
              <a:buNone/>
              <a:defRPr sz="1461">
                <a:solidFill>
                  <a:schemeClr val="tx1">
                    <a:tint val="75000"/>
                  </a:schemeClr>
                </a:solidFill>
              </a:defRPr>
            </a:lvl5pPr>
            <a:lvl6pPr marL="2088032" indent="0">
              <a:buNone/>
              <a:defRPr sz="1461">
                <a:solidFill>
                  <a:schemeClr val="tx1">
                    <a:tint val="75000"/>
                  </a:schemeClr>
                </a:solidFill>
              </a:defRPr>
            </a:lvl6pPr>
            <a:lvl7pPr marL="2505639" indent="0">
              <a:buNone/>
              <a:defRPr sz="1461">
                <a:solidFill>
                  <a:schemeClr val="tx1">
                    <a:tint val="75000"/>
                  </a:schemeClr>
                </a:solidFill>
              </a:defRPr>
            </a:lvl7pPr>
            <a:lvl8pPr marL="2923245" indent="0">
              <a:buNone/>
              <a:defRPr sz="1461">
                <a:solidFill>
                  <a:schemeClr val="tx1">
                    <a:tint val="75000"/>
                  </a:schemeClr>
                </a:solidFill>
              </a:defRPr>
            </a:lvl8pPr>
            <a:lvl9pPr marL="3340852" indent="0">
              <a:buNone/>
              <a:defRPr sz="14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1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1667573"/>
            <a:ext cx="6217920" cy="3974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1667573"/>
            <a:ext cx="6217920" cy="3974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333515"/>
            <a:ext cx="12618720" cy="12108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1535618"/>
            <a:ext cx="6189344" cy="752583"/>
          </a:xfrm>
        </p:spPr>
        <p:txBody>
          <a:bodyPr anchor="b"/>
          <a:lstStyle>
            <a:lvl1pPr marL="0" indent="0">
              <a:buNone/>
              <a:defRPr sz="2192" b="1"/>
            </a:lvl1pPr>
            <a:lvl2pPr marL="417606" indent="0">
              <a:buNone/>
              <a:defRPr sz="1827" b="1"/>
            </a:lvl2pPr>
            <a:lvl3pPr marL="835213" indent="0">
              <a:buNone/>
              <a:defRPr sz="1644" b="1"/>
            </a:lvl3pPr>
            <a:lvl4pPr marL="1252819" indent="0">
              <a:buNone/>
              <a:defRPr sz="1461" b="1"/>
            </a:lvl4pPr>
            <a:lvl5pPr marL="1670426" indent="0">
              <a:buNone/>
              <a:defRPr sz="1461" b="1"/>
            </a:lvl5pPr>
            <a:lvl6pPr marL="2088032" indent="0">
              <a:buNone/>
              <a:defRPr sz="1461" b="1"/>
            </a:lvl6pPr>
            <a:lvl7pPr marL="2505639" indent="0">
              <a:buNone/>
              <a:defRPr sz="1461" b="1"/>
            </a:lvl7pPr>
            <a:lvl8pPr marL="2923245" indent="0">
              <a:buNone/>
              <a:defRPr sz="1461" b="1"/>
            </a:lvl8pPr>
            <a:lvl9pPr marL="3340852" indent="0">
              <a:buNone/>
              <a:defRPr sz="14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2288201"/>
            <a:ext cx="6189344" cy="33655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1535618"/>
            <a:ext cx="6219826" cy="752583"/>
          </a:xfrm>
        </p:spPr>
        <p:txBody>
          <a:bodyPr anchor="b"/>
          <a:lstStyle>
            <a:lvl1pPr marL="0" indent="0">
              <a:buNone/>
              <a:defRPr sz="2192" b="1"/>
            </a:lvl1pPr>
            <a:lvl2pPr marL="417606" indent="0">
              <a:buNone/>
              <a:defRPr sz="1827" b="1"/>
            </a:lvl2pPr>
            <a:lvl3pPr marL="835213" indent="0">
              <a:buNone/>
              <a:defRPr sz="1644" b="1"/>
            </a:lvl3pPr>
            <a:lvl4pPr marL="1252819" indent="0">
              <a:buNone/>
              <a:defRPr sz="1461" b="1"/>
            </a:lvl4pPr>
            <a:lvl5pPr marL="1670426" indent="0">
              <a:buNone/>
              <a:defRPr sz="1461" b="1"/>
            </a:lvl5pPr>
            <a:lvl6pPr marL="2088032" indent="0">
              <a:buNone/>
              <a:defRPr sz="1461" b="1"/>
            </a:lvl6pPr>
            <a:lvl7pPr marL="2505639" indent="0">
              <a:buNone/>
              <a:defRPr sz="1461" b="1"/>
            </a:lvl7pPr>
            <a:lvl8pPr marL="2923245" indent="0">
              <a:buNone/>
              <a:defRPr sz="1461" b="1"/>
            </a:lvl8pPr>
            <a:lvl9pPr marL="3340852" indent="0">
              <a:buNone/>
              <a:defRPr sz="14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2288201"/>
            <a:ext cx="6219826" cy="33655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8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0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6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17618"/>
            <a:ext cx="4718684" cy="1461664"/>
          </a:xfrm>
        </p:spPr>
        <p:txBody>
          <a:bodyPr anchor="b"/>
          <a:lstStyle>
            <a:lvl1pPr>
              <a:defRPr sz="29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901940"/>
            <a:ext cx="7406640" cy="4451695"/>
          </a:xfrm>
        </p:spPr>
        <p:txBody>
          <a:bodyPr/>
          <a:lstStyle>
            <a:lvl1pPr>
              <a:defRPr sz="2923"/>
            </a:lvl1pPr>
            <a:lvl2pPr>
              <a:defRPr sz="2558"/>
            </a:lvl2pPr>
            <a:lvl3pPr>
              <a:defRPr sz="2192"/>
            </a:lvl3pPr>
            <a:lvl4pPr>
              <a:defRPr sz="1827"/>
            </a:lvl4pPr>
            <a:lvl5pPr>
              <a:defRPr sz="1827"/>
            </a:lvl5pPr>
            <a:lvl6pPr>
              <a:defRPr sz="1827"/>
            </a:lvl6pPr>
            <a:lvl7pPr>
              <a:defRPr sz="1827"/>
            </a:lvl7pPr>
            <a:lvl8pPr>
              <a:defRPr sz="1827"/>
            </a:lvl8pPr>
            <a:lvl9pPr>
              <a:defRPr sz="18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1879283"/>
            <a:ext cx="4718684" cy="3481603"/>
          </a:xfrm>
        </p:spPr>
        <p:txBody>
          <a:bodyPr/>
          <a:lstStyle>
            <a:lvl1pPr marL="0" indent="0">
              <a:buNone/>
              <a:defRPr sz="1461"/>
            </a:lvl1pPr>
            <a:lvl2pPr marL="417606" indent="0">
              <a:buNone/>
              <a:defRPr sz="1279"/>
            </a:lvl2pPr>
            <a:lvl3pPr marL="835213" indent="0">
              <a:buNone/>
              <a:defRPr sz="1096"/>
            </a:lvl3pPr>
            <a:lvl4pPr marL="1252819" indent="0">
              <a:buNone/>
              <a:defRPr sz="913"/>
            </a:lvl4pPr>
            <a:lvl5pPr marL="1670426" indent="0">
              <a:buNone/>
              <a:defRPr sz="913"/>
            </a:lvl5pPr>
            <a:lvl6pPr marL="2088032" indent="0">
              <a:buNone/>
              <a:defRPr sz="913"/>
            </a:lvl6pPr>
            <a:lvl7pPr marL="2505639" indent="0">
              <a:buNone/>
              <a:defRPr sz="913"/>
            </a:lvl7pPr>
            <a:lvl8pPr marL="2923245" indent="0">
              <a:buNone/>
              <a:defRPr sz="913"/>
            </a:lvl8pPr>
            <a:lvl9pPr marL="3340852" indent="0">
              <a:buNone/>
              <a:defRPr sz="9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49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17618"/>
            <a:ext cx="4718684" cy="1461664"/>
          </a:xfrm>
        </p:spPr>
        <p:txBody>
          <a:bodyPr anchor="b"/>
          <a:lstStyle>
            <a:lvl1pPr>
              <a:defRPr sz="29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901940"/>
            <a:ext cx="7406640" cy="4451695"/>
          </a:xfrm>
        </p:spPr>
        <p:txBody>
          <a:bodyPr anchor="t"/>
          <a:lstStyle>
            <a:lvl1pPr marL="0" indent="0">
              <a:buNone/>
              <a:defRPr sz="2923"/>
            </a:lvl1pPr>
            <a:lvl2pPr marL="417606" indent="0">
              <a:buNone/>
              <a:defRPr sz="2558"/>
            </a:lvl2pPr>
            <a:lvl3pPr marL="835213" indent="0">
              <a:buNone/>
              <a:defRPr sz="2192"/>
            </a:lvl3pPr>
            <a:lvl4pPr marL="1252819" indent="0">
              <a:buNone/>
              <a:defRPr sz="1827"/>
            </a:lvl4pPr>
            <a:lvl5pPr marL="1670426" indent="0">
              <a:buNone/>
              <a:defRPr sz="1827"/>
            </a:lvl5pPr>
            <a:lvl6pPr marL="2088032" indent="0">
              <a:buNone/>
              <a:defRPr sz="1827"/>
            </a:lvl6pPr>
            <a:lvl7pPr marL="2505639" indent="0">
              <a:buNone/>
              <a:defRPr sz="1827"/>
            </a:lvl7pPr>
            <a:lvl8pPr marL="2923245" indent="0">
              <a:buNone/>
              <a:defRPr sz="1827"/>
            </a:lvl8pPr>
            <a:lvl9pPr marL="3340852" indent="0">
              <a:buNone/>
              <a:defRPr sz="18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1879283"/>
            <a:ext cx="4718684" cy="3481603"/>
          </a:xfrm>
        </p:spPr>
        <p:txBody>
          <a:bodyPr/>
          <a:lstStyle>
            <a:lvl1pPr marL="0" indent="0">
              <a:buNone/>
              <a:defRPr sz="1461"/>
            </a:lvl1pPr>
            <a:lvl2pPr marL="417606" indent="0">
              <a:buNone/>
              <a:defRPr sz="1279"/>
            </a:lvl2pPr>
            <a:lvl3pPr marL="835213" indent="0">
              <a:buNone/>
              <a:defRPr sz="1096"/>
            </a:lvl3pPr>
            <a:lvl4pPr marL="1252819" indent="0">
              <a:buNone/>
              <a:defRPr sz="913"/>
            </a:lvl4pPr>
            <a:lvl5pPr marL="1670426" indent="0">
              <a:buNone/>
              <a:defRPr sz="913"/>
            </a:lvl5pPr>
            <a:lvl6pPr marL="2088032" indent="0">
              <a:buNone/>
              <a:defRPr sz="913"/>
            </a:lvl6pPr>
            <a:lvl7pPr marL="2505639" indent="0">
              <a:buNone/>
              <a:defRPr sz="913"/>
            </a:lvl7pPr>
            <a:lvl8pPr marL="2923245" indent="0">
              <a:buNone/>
              <a:defRPr sz="913"/>
            </a:lvl8pPr>
            <a:lvl9pPr marL="3340852" indent="0">
              <a:buNone/>
              <a:defRPr sz="9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2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3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333514"/>
            <a:ext cx="3154680" cy="53086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333514"/>
            <a:ext cx="9281160" cy="53086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7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333515"/>
            <a:ext cx="12618720" cy="1210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667573"/>
            <a:ext cx="12618720" cy="3974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5806055"/>
            <a:ext cx="3291840" cy="333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05BC5-265C-4494-B493-7CC5B5C2D7A6}" type="datetimeFigureOut">
              <a:rPr lang="en-US" smtClean="0"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5806055"/>
            <a:ext cx="4937760" cy="333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5806055"/>
            <a:ext cx="3291840" cy="333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F36A3-3642-4A51-B4F4-A4BDBD59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7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835213" rtl="0" eaLnBrk="1" latinLnBrk="0" hangingPunct="1">
        <a:lnSpc>
          <a:spcPct val="90000"/>
        </a:lnSpc>
        <a:spcBef>
          <a:spcPct val="0"/>
        </a:spcBef>
        <a:buNone/>
        <a:defRPr sz="40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8803" indent="-208803" algn="l" defTabSz="835213" rtl="0" eaLnBrk="1" latinLnBrk="0" hangingPunct="1">
        <a:lnSpc>
          <a:spcPct val="90000"/>
        </a:lnSpc>
        <a:spcBef>
          <a:spcPts val="913"/>
        </a:spcBef>
        <a:buFont typeface="Arial" panose="020B0604020202020204" pitchFamily="34" charset="0"/>
        <a:buChar char="•"/>
        <a:defRPr sz="2558" kern="1200">
          <a:solidFill>
            <a:schemeClr val="tx1"/>
          </a:solidFill>
          <a:latin typeface="+mn-lt"/>
          <a:ea typeface="+mn-ea"/>
          <a:cs typeface="+mn-cs"/>
        </a:defRPr>
      </a:lvl1pPr>
      <a:lvl2pPr marL="626410" indent="-208803" algn="l" defTabSz="835213" rtl="0" eaLnBrk="1" latinLnBrk="0" hangingPunct="1">
        <a:lnSpc>
          <a:spcPct val="90000"/>
        </a:lnSpc>
        <a:spcBef>
          <a:spcPts val="457"/>
        </a:spcBef>
        <a:buFont typeface="Arial" panose="020B0604020202020204" pitchFamily="34" charset="0"/>
        <a:buChar char="•"/>
        <a:defRPr sz="2192" kern="1200">
          <a:solidFill>
            <a:schemeClr val="tx1"/>
          </a:solidFill>
          <a:latin typeface="+mn-lt"/>
          <a:ea typeface="+mn-ea"/>
          <a:cs typeface="+mn-cs"/>
        </a:defRPr>
      </a:lvl2pPr>
      <a:lvl3pPr marL="1044016" indent="-208803" algn="l" defTabSz="835213" rtl="0" eaLnBrk="1" latinLnBrk="0" hangingPunct="1">
        <a:lnSpc>
          <a:spcPct val="90000"/>
        </a:lnSpc>
        <a:spcBef>
          <a:spcPts val="457"/>
        </a:spcBef>
        <a:buFont typeface="Arial" panose="020B0604020202020204" pitchFamily="34" charset="0"/>
        <a:buChar char="•"/>
        <a:defRPr sz="1827" kern="1200">
          <a:solidFill>
            <a:schemeClr val="tx1"/>
          </a:solidFill>
          <a:latin typeface="+mn-lt"/>
          <a:ea typeface="+mn-ea"/>
          <a:cs typeface="+mn-cs"/>
        </a:defRPr>
      </a:lvl3pPr>
      <a:lvl4pPr marL="1461623" indent="-208803" algn="l" defTabSz="835213" rtl="0" eaLnBrk="1" latinLnBrk="0" hangingPunct="1">
        <a:lnSpc>
          <a:spcPct val="90000"/>
        </a:lnSpc>
        <a:spcBef>
          <a:spcPts val="457"/>
        </a:spcBef>
        <a:buFont typeface="Arial" panose="020B0604020202020204" pitchFamily="34" charset="0"/>
        <a:buChar char="•"/>
        <a:defRPr sz="1644" kern="1200">
          <a:solidFill>
            <a:schemeClr val="tx1"/>
          </a:solidFill>
          <a:latin typeface="+mn-lt"/>
          <a:ea typeface="+mn-ea"/>
          <a:cs typeface="+mn-cs"/>
        </a:defRPr>
      </a:lvl4pPr>
      <a:lvl5pPr marL="1879229" indent="-208803" algn="l" defTabSz="835213" rtl="0" eaLnBrk="1" latinLnBrk="0" hangingPunct="1">
        <a:lnSpc>
          <a:spcPct val="90000"/>
        </a:lnSpc>
        <a:spcBef>
          <a:spcPts val="457"/>
        </a:spcBef>
        <a:buFont typeface="Arial" panose="020B0604020202020204" pitchFamily="34" charset="0"/>
        <a:buChar char="•"/>
        <a:defRPr sz="1644" kern="1200">
          <a:solidFill>
            <a:schemeClr val="tx1"/>
          </a:solidFill>
          <a:latin typeface="+mn-lt"/>
          <a:ea typeface="+mn-ea"/>
          <a:cs typeface="+mn-cs"/>
        </a:defRPr>
      </a:lvl5pPr>
      <a:lvl6pPr marL="2296836" indent="-208803" algn="l" defTabSz="835213" rtl="0" eaLnBrk="1" latinLnBrk="0" hangingPunct="1">
        <a:lnSpc>
          <a:spcPct val="90000"/>
        </a:lnSpc>
        <a:spcBef>
          <a:spcPts val="457"/>
        </a:spcBef>
        <a:buFont typeface="Arial" panose="020B0604020202020204" pitchFamily="34" charset="0"/>
        <a:buChar char="•"/>
        <a:defRPr sz="1644" kern="1200">
          <a:solidFill>
            <a:schemeClr val="tx1"/>
          </a:solidFill>
          <a:latin typeface="+mn-lt"/>
          <a:ea typeface="+mn-ea"/>
          <a:cs typeface="+mn-cs"/>
        </a:defRPr>
      </a:lvl6pPr>
      <a:lvl7pPr marL="2714442" indent="-208803" algn="l" defTabSz="835213" rtl="0" eaLnBrk="1" latinLnBrk="0" hangingPunct="1">
        <a:lnSpc>
          <a:spcPct val="90000"/>
        </a:lnSpc>
        <a:spcBef>
          <a:spcPts val="457"/>
        </a:spcBef>
        <a:buFont typeface="Arial" panose="020B0604020202020204" pitchFamily="34" charset="0"/>
        <a:buChar char="•"/>
        <a:defRPr sz="1644" kern="1200">
          <a:solidFill>
            <a:schemeClr val="tx1"/>
          </a:solidFill>
          <a:latin typeface="+mn-lt"/>
          <a:ea typeface="+mn-ea"/>
          <a:cs typeface="+mn-cs"/>
        </a:defRPr>
      </a:lvl7pPr>
      <a:lvl8pPr marL="3132049" indent="-208803" algn="l" defTabSz="835213" rtl="0" eaLnBrk="1" latinLnBrk="0" hangingPunct="1">
        <a:lnSpc>
          <a:spcPct val="90000"/>
        </a:lnSpc>
        <a:spcBef>
          <a:spcPts val="457"/>
        </a:spcBef>
        <a:buFont typeface="Arial" panose="020B0604020202020204" pitchFamily="34" charset="0"/>
        <a:buChar char="•"/>
        <a:defRPr sz="1644" kern="1200">
          <a:solidFill>
            <a:schemeClr val="tx1"/>
          </a:solidFill>
          <a:latin typeface="+mn-lt"/>
          <a:ea typeface="+mn-ea"/>
          <a:cs typeface="+mn-cs"/>
        </a:defRPr>
      </a:lvl8pPr>
      <a:lvl9pPr marL="3549655" indent="-208803" algn="l" defTabSz="835213" rtl="0" eaLnBrk="1" latinLnBrk="0" hangingPunct="1">
        <a:lnSpc>
          <a:spcPct val="90000"/>
        </a:lnSpc>
        <a:spcBef>
          <a:spcPts val="457"/>
        </a:spcBef>
        <a:buFont typeface="Arial" panose="020B0604020202020204" pitchFamily="34" charset="0"/>
        <a:buChar char="•"/>
        <a:defRPr sz="16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5213" rtl="0" eaLnBrk="1" latinLnBrk="0" hangingPunct="1">
        <a:defRPr sz="1644" kern="1200">
          <a:solidFill>
            <a:schemeClr val="tx1"/>
          </a:solidFill>
          <a:latin typeface="+mn-lt"/>
          <a:ea typeface="+mn-ea"/>
          <a:cs typeface="+mn-cs"/>
        </a:defRPr>
      </a:lvl1pPr>
      <a:lvl2pPr marL="417606" algn="l" defTabSz="835213" rtl="0" eaLnBrk="1" latinLnBrk="0" hangingPunct="1">
        <a:defRPr sz="1644" kern="1200">
          <a:solidFill>
            <a:schemeClr val="tx1"/>
          </a:solidFill>
          <a:latin typeface="+mn-lt"/>
          <a:ea typeface="+mn-ea"/>
          <a:cs typeface="+mn-cs"/>
        </a:defRPr>
      </a:lvl2pPr>
      <a:lvl3pPr marL="835213" algn="l" defTabSz="835213" rtl="0" eaLnBrk="1" latinLnBrk="0" hangingPunct="1">
        <a:defRPr sz="1644" kern="1200">
          <a:solidFill>
            <a:schemeClr val="tx1"/>
          </a:solidFill>
          <a:latin typeface="+mn-lt"/>
          <a:ea typeface="+mn-ea"/>
          <a:cs typeface="+mn-cs"/>
        </a:defRPr>
      </a:lvl3pPr>
      <a:lvl4pPr marL="1252819" algn="l" defTabSz="835213" rtl="0" eaLnBrk="1" latinLnBrk="0" hangingPunct="1">
        <a:defRPr sz="1644" kern="1200">
          <a:solidFill>
            <a:schemeClr val="tx1"/>
          </a:solidFill>
          <a:latin typeface="+mn-lt"/>
          <a:ea typeface="+mn-ea"/>
          <a:cs typeface="+mn-cs"/>
        </a:defRPr>
      </a:lvl4pPr>
      <a:lvl5pPr marL="1670426" algn="l" defTabSz="835213" rtl="0" eaLnBrk="1" latinLnBrk="0" hangingPunct="1">
        <a:defRPr sz="1644" kern="1200">
          <a:solidFill>
            <a:schemeClr val="tx1"/>
          </a:solidFill>
          <a:latin typeface="+mn-lt"/>
          <a:ea typeface="+mn-ea"/>
          <a:cs typeface="+mn-cs"/>
        </a:defRPr>
      </a:lvl5pPr>
      <a:lvl6pPr marL="2088032" algn="l" defTabSz="835213" rtl="0" eaLnBrk="1" latinLnBrk="0" hangingPunct="1">
        <a:defRPr sz="1644" kern="1200">
          <a:solidFill>
            <a:schemeClr val="tx1"/>
          </a:solidFill>
          <a:latin typeface="+mn-lt"/>
          <a:ea typeface="+mn-ea"/>
          <a:cs typeface="+mn-cs"/>
        </a:defRPr>
      </a:lvl6pPr>
      <a:lvl7pPr marL="2505639" algn="l" defTabSz="835213" rtl="0" eaLnBrk="1" latinLnBrk="0" hangingPunct="1">
        <a:defRPr sz="1644" kern="1200">
          <a:solidFill>
            <a:schemeClr val="tx1"/>
          </a:solidFill>
          <a:latin typeface="+mn-lt"/>
          <a:ea typeface="+mn-ea"/>
          <a:cs typeface="+mn-cs"/>
        </a:defRPr>
      </a:lvl7pPr>
      <a:lvl8pPr marL="2923245" algn="l" defTabSz="835213" rtl="0" eaLnBrk="1" latinLnBrk="0" hangingPunct="1">
        <a:defRPr sz="1644" kern="1200">
          <a:solidFill>
            <a:schemeClr val="tx1"/>
          </a:solidFill>
          <a:latin typeface="+mn-lt"/>
          <a:ea typeface="+mn-ea"/>
          <a:cs typeface="+mn-cs"/>
        </a:defRPr>
      </a:lvl8pPr>
      <a:lvl9pPr marL="3340852" algn="l" defTabSz="835213" rtl="0" eaLnBrk="1" latinLnBrk="0" hangingPunct="1">
        <a:defRPr sz="16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1B9C8F8-10C1-70BC-E1FA-F70F4F543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9774" y="4509354"/>
            <a:ext cx="1371847" cy="136318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DFDBC77-46F7-E0BC-BAAC-9FC384A71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554" y="450002"/>
            <a:ext cx="1250586" cy="1242691"/>
          </a:xfrm>
          <a:prstGeom prst="rect">
            <a:avLst/>
          </a:prstGeom>
        </p:spPr>
      </p:pic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2B84E6F-0E13-18DB-E39B-6814631071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6610" y="696855"/>
            <a:ext cx="2160539" cy="748984"/>
          </a:xfrm>
          <a:prstGeom prst="rect">
            <a:avLst/>
          </a:prstGeom>
        </p:spPr>
      </p:pic>
      <p:pic>
        <p:nvPicPr>
          <p:cNvPr id="5" name="Picture 4" descr="A group of colorful cubes&#10;&#10;Description automatically generated">
            <a:extLst>
              <a:ext uri="{FF2B5EF4-FFF2-40B4-BE49-F238E27FC236}">
                <a16:creationId xmlns:a16="http://schemas.microsoft.com/office/drawing/2014/main" id="{47D8CA7D-484F-D1EB-66BC-8826348E43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344" y="450002"/>
            <a:ext cx="1250586" cy="1242691"/>
          </a:xfrm>
          <a:prstGeom prst="rect">
            <a:avLst/>
          </a:prstGeom>
        </p:spPr>
      </p:pic>
      <p:pic>
        <p:nvPicPr>
          <p:cNvPr id="8" name="Picture 7" descr="A green and white logo&#10;&#10;Description automatically generated">
            <a:extLst>
              <a:ext uri="{FF2B5EF4-FFF2-40B4-BE49-F238E27FC236}">
                <a16:creationId xmlns:a16="http://schemas.microsoft.com/office/drawing/2014/main" id="{5BD68DA0-F98C-BAC6-62A2-B022AA2F00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028" y="605344"/>
            <a:ext cx="1747954" cy="93200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909E08B-D328-8858-D6CD-7A82F8BEC3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99358" y="2667729"/>
            <a:ext cx="1597044" cy="85936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99B1202-7BC3-919D-F48A-DDA449B1E1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92419" y="2642766"/>
            <a:ext cx="2032857" cy="90929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3EE0392-9EE5-653D-AFA0-19B4F2BB05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71173" y="2686388"/>
            <a:ext cx="2046929" cy="822046"/>
          </a:xfrm>
          <a:prstGeom prst="rect">
            <a:avLst/>
          </a:prstGeom>
        </p:spPr>
      </p:pic>
      <p:pic>
        <p:nvPicPr>
          <p:cNvPr id="23" name="Picture 22" descr="A yellow and grey logo&#10;&#10;Description automatically generated">
            <a:extLst>
              <a:ext uri="{FF2B5EF4-FFF2-40B4-BE49-F238E27FC236}">
                <a16:creationId xmlns:a16="http://schemas.microsoft.com/office/drawing/2014/main" id="{FC9B8F13-FA40-24DF-A957-8AE8E7C08C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331" y="2620809"/>
            <a:ext cx="1705349" cy="953204"/>
          </a:xfrm>
          <a:prstGeom prst="rect">
            <a:avLst/>
          </a:prstGeom>
        </p:spPr>
      </p:pic>
      <p:pic>
        <p:nvPicPr>
          <p:cNvPr id="25" name="Picture 24" descr="A logo of a cloud platform&#10;&#10;Description automatically generated">
            <a:extLst>
              <a:ext uri="{FF2B5EF4-FFF2-40B4-BE49-F238E27FC236}">
                <a16:creationId xmlns:a16="http://schemas.microsoft.com/office/drawing/2014/main" id="{7C070CE0-D16F-78F5-7A9D-9D1DF75BDCC7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7" r="5588"/>
          <a:stretch/>
        </p:blipFill>
        <p:spPr>
          <a:xfrm>
            <a:off x="238388" y="4598791"/>
            <a:ext cx="1716061" cy="118431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2BCEF89E-34F6-F1B2-C05A-30396396998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7100" y="2503327"/>
            <a:ext cx="996432" cy="1188169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CA2B5FC-3326-CD57-C0F4-A98FD6B100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51340" y="637117"/>
            <a:ext cx="1747953" cy="8684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43A52-F251-1F82-3551-C1C7EBDACFE7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1" t="23435" r="14437" b="26389"/>
          <a:stretch/>
        </p:blipFill>
        <p:spPr>
          <a:xfrm>
            <a:off x="12065693" y="2667729"/>
            <a:ext cx="2162372" cy="859364"/>
          </a:xfrm>
          <a:prstGeom prst="rect">
            <a:avLst/>
          </a:prstGeom>
        </p:spPr>
      </p:pic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2FA303EA-8D47-E840-A93C-880AF35B24F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673" y="481168"/>
            <a:ext cx="2098414" cy="1180358"/>
          </a:xfrm>
          <a:prstGeom prst="rect">
            <a:avLst/>
          </a:prstGeom>
        </p:spPr>
      </p:pic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A24143CC-E3E4-2AB2-55CF-93A89139ECBC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58"/>
          <a:stretch/>
        </p:blipFill>
        <p:spPr>
          <a:xfrm>
            <a:off x="2435051" y="4867493"/>
            <a:ext cx="1941909" cy="646908"/>
          </a:xfrm>
          <a:prstGeom prst="rect">
            <a:avLst/>
          </a:prstGeom>
        </p:spPr>
      </p:pic>
      <p:pic>
        <p:nvPicPr>
          <p:cNvPr id="18" name="Picture 17" descr="A blue and white logo&#10;&#10;Description automatically generated">
            <a:extLst>
              <a:ext uri="{FF2B5EF4-FFF2-40B4-BE49-F238E27FC236}">
                <a16:creationId xmlns:a16="http://schemas.microsoft.com/office/drawing/2014/main" id="{50BA057F-37F2-A864-581E-D0568D4277A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419" y="4410388"/>
            <a:ext cx="1571036" cy="15611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B979D0-E07E-F7D9-8193-C9F07BB882A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118" y="4838113"/>
            <a:ext cx="1826674" cy="70566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03A6876-B40A-26B9-9CEF-C895695FE7E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342916" y="4776066"/>
            <a:ext cx="1607927" cy="82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58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Rhode Salac</dc:creator>
  <cp:lastModifiedBy>James Rhode Salac</cp:lastModifiedBy>
  <cp:revision>6</cp:revision>
  <dcterms:created xsi:type="dcterms:W3CDTF">2025-10-27T07:47:20Z</dcterms:created>
  <dcterms:modified xsi:type="dcterms:W3CDTF">2026-05-01T10:07:16Z</dcterms:modified>
</cp:coreProperties>
</file>