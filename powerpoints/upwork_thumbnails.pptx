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257" r:id="rId2"/>
    <p:sldId id="258" r:id="rId3"/>
    <p:sldId id="259" r:id="rId4"/>
    <p:sldId id="260" r:id="rId5"/>
    <p:sldId id="261" r:id="rId6"/>
    <p:sldId id="262" r:id="rId7"/>
  </p:sldIdLst>
  <p:sldSz cx="9528175" cy="714216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258" autoAdjust="0"/>
    <p:restoredTop sz="86410" autoAdjust="0"/>
  </p:normalViewPr>
  <p:slideViewPr>
    <p:cSldViewPr snapToGrid="0" snapToObjects="1">
      <p:cViewPr>
        <p:scale>
          <a:sx n="50" d="100"/>
          <a:sy n="50" d="100"/>
        </p:scale>
        <p:origin x="1013" y="466"/>
      </p:cViewPr>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A186EC-1B1F-4111-A732-66AE44DAE5BE}" type="datetimeFigureOut">
              <a:rPr lang="en-US" smtClean="0"/>
              <a:t>28-Oct-25</a:t>
            </a:fld>
            <a:endParaRPr lang="en-US"/>
          </a:p>
        </p:txBody>
      </p:sp>
      <p:sp>
        <p:nvSpPr>
          <p:cNvPr id="4" name="Slide Image Placeholder 3"/>
          <p:cNvSpPr>
            <a:spLocks noGrp="1" noRot="1" noChangeAspect="1"/>
          </p:cNvSpPr>
          <p:nvPr>
            <p:ph type="sldImg" idx="2"/>
          </p:nvPr>
        </p:nvSpPr>
        <p:spPr>
          <a:xfrm>
            <a:off x="1370013" y="1143000"/>
            <a:ext cx="41179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5C15E9-D7F2-4768-BD3B-5BA3B3D02848}" type="slidenum">
              <a:rPr lang="en-US" smtClean="0"/>
              <a:t>‹#›</a:t>
            </a:fld>
            <a:endParaRPr lang="en-US"/>
          </a:p>
        </p:txBody>
      </p:sp>
    </p:spTree>
    <p:extLst>
      <p:ext uri="{BB962C8B-B14F-4D97-AF65-F5344CB8AC3E}">
        <p14:creationId xmlns:p14="http://schemas.microsoft.com/office/powerpoint/2010/main" val="4224945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Sales</a:t>
            </a:r>
            <a:endParaRPr dirty="0"/>
          </a:p>
          <a:p>
            <a:r>
              <a:rPr b="0" dirty="0"/>
              <a:t>No alt text provided</a:t>
            </a:r>
            <a:endParaRPr dirty="0"/>
          </a:p>
          <a:p>
            <a:endParaRPr dirty="0"/>
          </a:p>
          <a:p>
            <a:r>
              <a:rPr b="1" dirty="0"/>
              <a:t>Deals Won, Deals Lost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hundredPercentStackedBarChart</a:t>
            </a:r>
            <a:endParaRPr dirty="0"/>
          </a:p>
          <a:p>
            <a:r>
              <a:rPr b="0" dirty="0"/>
              <a:t>No alt text provided</a:t>
            </a:r>
            <a:endParaRPr dirty="0"/>
          </a:p>
          <a:p>
            <a:endParaRPr dirty="0"/>
          </a:p>
          <a:p>
            <a:r>
              <a:rPr b="1" dirty="0"/>
              <a:t>hundredPercentStackedBarChart</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 </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Suggested % Markup for MavenTech Products by Sales Performance</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Top X </a:t>
            </a:r>
            <a:endParaRPr dirty="0"/>
          </a:p>
          <a:p>
            <a:r>
              <a:rPr b="0" dirty="0"/>
              <a:t>No alt text provided</a:t>
            </a:r>
            <a:endParaRPr dirty="0"/>
          </a:p>
          <a:p>
            <a:endParaRPr dirty="0"/>
          </a:p>
          <a:p>
            <a:r>
              <a:rPr b="1" dirty="0"/>
              <a:t>Top 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cardVisual</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clusteredBarChart</a:t>
            </a:r>
            <a:endParaRPr dirty="0"/>
          </a:p>
          <a:p>
            <a:r>
              <a:rPr b="0" dirty="0"/>
              <a:t>No alt text provided</a:t>
            </a:r>
            <a:endParaRPr dirty="0"/>
          </a:p>
          <a:p>
            <a:endParaRPr dirty="0"/>
          </a:p>
          <a:p>
            <a:r>
              <a:rPr b="1" dirty="0"/>
              <a:t>lineChart</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clusteredColumnChart</a:t>
            </a:r>
            <a:endParaRPr dirty="0"/>
          </a:p>
          <a:p>
            <a:r>
              <a:rPr b="0" dirty="0"/>
              <a:t>No alt text provided</a:t>
            </a:r>
            <a:endParaRPr dirty="0"/>
          </a:p>
          <a:p>
            <a:endParaRPr dirty="0"/>
          </a:p>
          <a:p>
            <a:r>
              <a:rPr b="1" dirty="0"/>
              <a:t>           </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5C15E9-D7F2-4768-BD3B-5BA3B3D02848}" type="slidenum">
              <a:rPr lang="en-US" smtClean="0"/>
              <a:t>5</a:t>
            </a:fld>
            <a:endParaRPr lang="en-US"/>
          </a:p>
        </p:txBody>
      </p:sp>
    </p:spTree>
    <p:extLst>
      <p:ext uri="{BB962C8B-B14F-4D97-AF65-F5344CB8AC3E}">
        <p14:creationId xmlns:p14="http://schemas.microsoft.com/office/powerpoint/2010/main" val="23255368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1022" y="1168868"/>
            <a:ext cx="7146131" cy="2486531"/>
          </a:xfrm>
        </p:spPr>
        <p:txBody>
          <a:bodyPr anchor="b"/>
          <a:lstStyle>
            <a:lvl1pPr algn="ctr">
              <a:defRPr sz="4689"/>
            </a:lvl1pPr>
          </a:lstStyle>
          <a:p>
            <a:r>
              <a:rPr lang="en-US"/>
              <a:t>Click to edit Master title style</a:t>
            </a:r>
          </a:p>
        </p:txBody>
      </p:sp>
      <p:sp>
        <p:nvSpPr>
          <p:cNvPr id="3" name="Subtitle 2"/>
          <p:cNvSpPr>
            <a:spLocks noGrp="1"/>
          </p:cNvSpPr>
          <p:nvPr>
            <p:ph type="subTitle" idx="1"/>
          </p:nvPr>
        </p:nvSpPr>
        <p:spPr>
          <a:xfrm>
            <a:off x="1191022" y="3751289"/>
            <a:ext cx="7146131" cy="1724369"/>
          </a:xfrm>
        </p:spPr>
        <p:txBody>
          <a:bodyPr/>
          <a:lstStyle>
            <a:lvl1pPr marL="0" indent="0" algn="ctr">
              <a:buNone/>
              <a:defRPr sz="1876"/>
            </a:lvl1pPr>
            <a:lvl2pPr marL="357302" indent="0" algn="ctr">
              <a:buNone/>
              <a:defRPr sz="1563"/>
            </a:lvl2pPr>
            <a:lvl3pPr marL="714604" indent="0" algn="ctr">
              <a:buNone/>
              <a:defRPr sz="1407"/>
            </a:lvl3pPr>
            <a:lvl4pPr marL="1071905" indent="0" algn="ctr">
              <a:buNone/>
              <a:defRPr sz="1250"/>
            </a:lvl4pPr>
            <a:lvl5pPr marL="1429207" indent="0" algn="ctr">
              <a:buNone/>
              <a:defRPr sz="1250"/>
            </a:lvl5pPr>
            <a:lvl6pPr marL="1786509" indent="0" algn="ctr">
              <a:buNone/>
              <a:defRPr sz="1250"/>
            </a:lvl6pPr>
            <a:lvl7pPr marL="2143811" indent="0" algn="ctr">
              <a:buNone/>
              <a:defRPr sz="1250"/>
            </a:lvl7pPr>
            <a:lvl8pPr marL="2501113" indent="0" algn="ctr">
              <a:buNone/>
              <a:defRPr sz="1250"/>
            </a:lvl8pPr>
            <a:lvl9pPr marL="2858414" indent="0" algn="ctr">
              <a:buNone/>
              <a:defRPr sz="125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28-Oct-25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99" y="1780582"/>
            <a:ext cx="8218051" cy="2970941"/>
          </a:xfrm>
        </p:spPr>
        <p:txBody>
          <a:bodyPr anchor="b"/>
          <a:lstStyle>
            <a:lvl1pPr>
              <a:defRPr sz="4689"/>
            </a:lvl1pPr>
          </a:lstStyle>
          <a:p>
            <a:r>
              <a:rPr lang="en-US"/>
              <a:t>Click to edit Master title style</a:t>
            </a:r>
          </a:p>
        </p:txBody>
      </p:sp>
      <p:sp>
        <p:nvSpPr>
          <p:cNvPr id="3" name="Text Placeholder 2"/>
          <p:cNvSpPr>
            <a:spLocks noGrp="1"/>
          </p:cNvSpPr>
          <p:nvPr>
            <p:ph type="body" idx="1"/>
          </p:nvPr>
        </p:nvSpPr>
        <p:spPr>
          <a:xfrm>
            <a:off x="650099" y="4779629"/>
            <a:ext cx="8218051" cy="1562348"/>
          </a:xfrm>
        </p:spPr>
        <p:txBody>
          <a:bodyPr/>
          <a:lstStyle>
            <a:lvl1pPr marL="0" indent="0">
              <a:buNone/>
              <a:defRPr sz="1876">
                <a:solidFill>
                  <a:schemeClr val="tx1">
                    <a:tint val="75000"/>
                  </a:schemeClr>
                </a:solidFill>
              </a:defRPr>
            </a:lvl1pPr>
            <a:lvl2pPr marL="357302" indent="0">
              <a:buNone/>
              <a:defRPr sz="1563">
                <a:solidFill>
                  <a:schemeClr val="tx1">
                    <a:tint val="75000"/>
                  </a:schemeClr>
                </a:solidFill>
              </a:defRPr>
            </a:lvl2pPr>
            <a:lvl3pPr marL="714604" indent="0">
              <a:buNone/>
              <a:defRPr sz="1407">
                <a:solidFill>
                  <a:schemeClr val="tx1">
                    <a:tint val="75000"/>
                  </a:schemeClr>
                </a:solidFill>
              </a:defRPr>
            </a:lvl3pPr>
            <a:lvl4pPr marL="1071905" indent="0">
              <a:buNone/>
              <a:defRPr sz="1250">
                <a:solidFill>
                  <a:schemeClr val="tx1">
                    <a:tint val="75000"/>
                  </a:schemeClr>
                </a:solidFill>
              </a:defRPr>
            </a:lvl4pPr>
            <a:lvl5pPr marL="1429207" indent="0">
              <a:buNone/>
              <a:defRPr sz="1250">
                <a:solidFill>
                  <a:schemeClr val="tx1">
                    <a:tint val="75000"/>
                  </a:schemeClr>
                </a:solidFill>
              </a:defRPr>
            </a:lvl5pPr>
            <a:lvl6pPr marL="1786509" indent="0">
              <a:buNone/>
              <a:defRPr sz="1250">
                <a:solidFill>
                  <a:schemeClr val="tx1">
                    <a:tint val="75000"/>
                  </a:schemeClr>
                </a:solidFill>
              </a:defRPr>
            </a:lvl6pPr>
            <a:lvl7pPr marL="2143811" indent="0">
              <a:buNone/>
              <a:defRPr sz="1250">
                <a:solidFill>
                  <a:schemeClr val="tx1">
                    <a:tint val="75000"/>
                  </a:schemeClr>
                </a:solidFill>
              </a:defRPr>
            </a:lvl7pPr>
            <a:lvl8pPr marL="2501113" indent="0">
              <a:buNone/>
              <a:defRPr sz="1250">
                <a:solidFill>
                  <a:schemeClr val="tx1">
                    <a:tint val="75000"/>
                  </a:schemeClr>
                </a:solidFill>
              </a:defRPr>
            </a:lvl8pPr>
            <a:lvl9pPr marL="2858414" indent="0">
              <a:buNone/>
              <a:defRPr sz="125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28-Oct-25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062" y="1901270"/>
            <a:ext cx="4049474" cy="45316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23639" y="1901270"/>
            <a:ext cx="4049474" cy="45316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28-Oct-25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56303" y="380255"/>
            <a:ext cx="8218051" cy="1380488"/>
          </a:xfrm>
        </p:spPr>
        <p:txBody>
          <a:bodyPr/>
          <a:lstStyle/>
          <a:p>
            <a:r>
              <a:rPr lang="en-US"/>
              <a:t>Click to edit Master title style</a:t>
            </a:r>
          </a:p>
        </p:txBody>
      </p:sp>
      <p:sp>
        <p:nvSpPr>
          <p:cNvPr id="3" name="Text Placeholder 2"/>
          <p:cNvSpPr>
            <a:spLocks noGrp="1"/>
          </p:cNvSpPr>
          <p:nvPr>
            <p:ph type="body" idx="1"/>
          </p:nvPr>
        </p:nvSpPr>
        <p:spPr>
          <a:xfrm>
            <a:off x="656304" y="1750822"/>
            <a:ext cx="4030864" cy="858051"/>
          </a:xfrm>
        </p:spPr>
        <p:txBody>
          <a:bodyPr anchor="b"/>
          <a:lstStyle>
            <a:lvl1pPr marL="0" indent="0">
              <a:buNone/>
              <a:defRPr sz="1876" b="1"/>
            </a:lvl1pPr>
            <a:lvl2pPr marL="357302" indent="0">
              <a:buNone/>
              <a:defRPr sz="1563" b="1"/>
            </a:lvl2pPr>
            <a:lvl3pPr marL="714604" indent="0">
              <a:buNone/>
              <a:defRPr sz="1407" b="1"/>
            </a:lvl3pPr>
            <a:lvl4pPr marL="1071905" indent="0">
              <a:buNone/>
              <a:defRPr sz="1250" b="1"/>
            </a:lvl4pPr>
            <a:lvl5pPr marL="1429207" indent="0">
              <a:buNone/>
              <a:defRPr sz="1250" b="1"/>
            </a:lvl5pPr>
            <a:lvl6pPr marL="1786509" indent="0">
              <a:buNone/>
              <a:defRPr sz="1250" b="1"/>
            </a:lvl6pPr>
            <a:lvl7pPr marL="2143811" indent="0">
              <a:buNone/>
              <a:defRPr sz="1250" b="1"/>
            </a:lvl7pPr>
            <a:lvl8pPr marL="2501113" indent="0">
              <a:buNone/>
              <a:defRPr sz="1250" b="1"/>
            </a:lvl8pPr>
            <a:lvl9pPr marL="2858414" indent="0">
              <a:buNone/>
              <a:defRPr sz="1250" b="1"/>
            </a:lvl9pPr>
          </a:lstStyle>
          <a:p>
            <a:pPr lvl="0"/>
            <a:r>
              <a:rPr lang="en-US"/>
              <a:t>Edit Master text styles</a:t>
            </a:r>
          </a:p>
        </p:txBody>
      </p:sp>
      <p:sp>
        <p:nvSpPr>
          <p:cNvPr id="4" name="Content Placeholder 3"/>
          <p:cNvSpPr>
            <a:spLocks noGrp="1"/>
          </p:cNvSpPr>
          <p:nvPr>
            <p:ph sz="half" idx="2"/>
          </p:nvPr>
        </p:nvSpPr>
        <p:spPr>
          <a:xfrm>
            <a:off x="656304" y="2608873"/>
            <a:ext cx="4030864" cy="38372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823639" y="1750822"/>
            <a:ext cx="4050715" cy="858051"/>
          </a:xfrm>
        </p:spPr>
        <p:txBody>
          <a:bodyPr anchor="b"/>
          <a:lstStyle>
            <a:lvl1pPr marL="0" indent="0">
              <a:buNone/>
              <a:defRPr sz="1876" b="1"/>
            </a:lvl1pPr>
            <a:lvl2pPr marL="357302" indent="0">
              <a:buNone/>
              <a:defRPr sz="1563" b="1"/>
            </a:lvl2pPr>
            <a:lvl3pPr marL="714604" indent="0">
              <a:buNone/>
              <a:defRPr sz="1407" b="1"/>
            </a:lvl3pPr>
            <a:lvl4pPr marL="1071905" indent="0">
              <a:buNone/>
              <a:defRPr sz="1250" b="1"/>
            </a:lvl4pPr>
            <a:lvl5pPr marL="1429207" indent="0">
              <a:buNone/>
              <a:defRPr sz="1250" b="1"/>
            </a:lvl5pPr>
            <a:lvl6pPr marL="1786509" indent="0">
              <a:buNone/>
              <a:defRPr sz="1250" b="1"/>
            </a:lvl6pPr>
            <a:lvl7pPr marL="2143811" indent="0">
              <a:buNone/>
              <a:defRPr sz="1250" b="1"/>
            </a:lvl7pPr>
            <a:lvl8pPr marL="2501113" indent="0">
              <a:buNone/>
              <a:defRPr sz="1250" b="1"/>
            </a:lvl8pPr>
            <a:lvl9pPr marL="2858414" indent="0">
              <a:buNone/>
              <a:defRPr sz="1250" b="1"/>
            </a:lvl9pPr>
          </a:lstStyle>
          <a:p>
            <a:pPr lvl="0"/>
            <a:r>
              <a:rPr lang="en-US"/>
              <a:t>Edit Master text styles</a:t>
            </a:r>
          </a:p>
        </p:txBody>
      </p:sp>
      <p:sp>
        <p:nvSpPr>
          <p:cNvPr id="6" name="Content Placeholder 5"/>
          <p:cNvSpPr>
            <a:spLocks noGrp="1"/>
          </p:cNvSpPr>
          <p:nvPr>
            <p:ph sz="quarter" idx="4"/>
          </p:nvPr>
        </p:nvSpPr>
        <p:spPr>
          <a:xfrm>
            <a:off x="4823639" y="2608873"/>
            <a:ext cx="4050715" cy="38372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28-Oct-25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28-Oct-25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28-Oct-25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6304" y="476144"/>
            <a:ext cx="3073084" cy="1666505"/>
          </a:xfrm>
        </p:spPr>
        <p:txBody>
          <a:bodyPr anchor="b"/>
          <a:lstStyle>
            <a:lvl1pPr>
              <a:defRPr sz="2501"/>
            </a:lvl1pPr>
          </a:lstStyle>
          <a:p>
            <a:r>
              <a:rPr lang="en-US"/>
              <a:t>Click to edit Master title style</a:t>
            </a:r>
          </a:p>
        </p:txBody>
      </p:sp>
      <p:sp>
        <p:nvSpPr>
          <p:cNvPr id="3" name="Content Placeholder 2"/>
          <p:cNvSpPr>
            <a:spLocks noGrp="1"/>
          </p:cNvSpPr>
          <p:nvPr>
            <p:ph idx="1"/>
          </p:nvPr>
        </p:nvSpPr>
        <p:spPr>
          <a:xfrm>
            <a:off x="4050715" y="1028340"/>
            <a:ext cx="4823639" cy="5075565"/>
          </a:xfrm>
        </p:spPr>
        <p:txBody>
          <a:bodyPr/>
          <a:lstStyle>
            <a:lvl1pPr>
              <a:defRPr sz="2501"/>
            </a:lvl1pPr>
            <a:lvl2pPr>
              <a:defRPr sz="2188"/>
            </a:lvl2pPr>
            <a:lvl3pPr>
              <a:defRPr sz="1876"/>
            </a:lvl3pPr>
            <a:lvl4pPr>
              <a:defRPr sz="1563"/>
            </a:lvl4pPr>
            <a:lvl5pPr>
              <a:defRPr sz="1563"/>
            </a:lvl5pPr>
            <a:lvl6pPr>
              <a:defRPr sz="1563"/>
            </a:lvl6pPr>
            <a:lvl7pPr>
              <a:defRPr sz="1563"/>
            </a:lvl7pPr>
            <a:lvl8pPr>
              <a:defRPr sz="1563"/>
            </a:lvl8pPr>
            <a:lvl9pPr>
              <a:defRPr sz="156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56304" y="2142649"/>
            <a:ext cx="3073084" cy="3969522"/>
          </a:xfrm>
        </p:spPr>
        <p:txBody>
          <a:bodyPr/>
          <a:lstStyle>
            <a:lvl1pPr marL="0" indent="0">
              <a:buNone/>
              <a:defRPr sz="1250"/>
            </a:lvl1pPr>
            <a:lvl2pPr marL="357302" indent="0">
              <a:buNone/>
              <a:defRPr sz="1094"/>
            </a:lvl2pPr>
            <a:lvl3pPr marL="714604" indent="0">
              <a:buNone/>
              <a:defRPr sz="938"/>
            </a:lvl3pPr>
            <a:lvl4pPr marL="1071905" indent="0">
              <a:buNone/>
              <a:defRPr sz="782"/>
            </a:lvl4pPr>
            <a:lvl5pPr marL="1429207" indent="0">
              <a:buNone/>
              <a:defRPr sz="782"/>
            </a:lvl5pPr>
            <a:lvl6pPr marL="1786509" indent="0">
              <a:buNone/>
              <a:defRPr sz="782"/>
            </a:lvl6pPr>
            <a:lvl7pPr marL="2143811" indent="0">
              <a:buNone/>
              <a:defRPr sz="782"/>
            </a:lvl7pPr>
            <a:lvl8pPr marL="2501113" indent="0">
              <a:buNone/>
              <a:defRPr sz="782"/>
            </a:lvl8pPr>
            <a:lvl9pPr marL="2858414" indent="0">
              <a:buNone/>
              <a:defRPr sz="782"/>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56304" y="476144"/>
            <a:ext cx="3073084" cy="1666505"/>
          </a:xfrm>
        </p:spPr>
        <p:txBody>
          <a:bodyPr anchor="b"/>
          <a:lstStyle>
            <a:lvl1pPr>
              <a:defRPr sz="2501"/>
            </a:lvl1pPr>
          </a:lstStyle>
          <a:p>
            <a:r>
              <a:rPr lang="en-US"/>
              <a:t>Click to edit Master title style</a:t>
            </a:r>
          </a:p>
        </p:txBody>
      </p:sp>
      <p:sp>
        <p:nvSpPr>
          <p:cNvPr id="3" name="Picture Placeholder 2"/>
          <p:cNvSpPr>
            <a:spLocks noGrp="1"/>
          </p:cNvSpPr>
          <p:nvPr>
            <p:ph type="pic" idx="1"/>
          </p:nvPr>
        </p:nvSpPr>
        <p:spPr>
          <a:xfrm>
            <a:off x="4050715" y="1028340"/>
            <a:ext cx="4823639" cy="5075565"/>
          </a:xfrm>
        </p:spPr>
        <p:txBody>
          <a:bodyPr/>
          <a:lstStyle>
            <a:lvl1pPr marL="0" indent="0">
              <a:buNone/>
              <a:defRPr sz="2501"/>
            </a:lvl1pPr>
            <a:lvl2pPr marL="357302" indent="0">
              <a:buNone/>
              <a:defRPr sz="2188"/>
            </a:lvl2pPr>
            <a:lvl3pPr marL="714604" indent="0">
              <a:buNone/>
              <a:defRPr sz="1876"/>
            </a:lvl3pPr>
            <a:lvl4pPr marL="1071905" indent="0">
              <a:buNone/>
              <a:defRPr sz="1563"/>
            </a:lvl4pPr>
            <a:lvl5pPr marL="1429207" indent="0">
              <a:buNone/>
              <a:defRPr sz="1563"/>
            </a:lvl5pPr>
            <a:lvl6pPr marL="1786509" indent="0">
              <a:buNone/>
              <a:defRPr sz="1563"/>
            </a:lvl6pPr>
            <a:lvl7pPr marL="2143811" indent="0">
              <a:buNone/>
              <a:defRPr sz="1563"/>
            </a:lvl7pPr>
            <a:lvl8pPr marL="2501113" indent="0">
              <a:buNone/>
              <a:defRPr sz="1563"/>
            </a:lvl8pPr>
            <a:lvl9pPr marL="2858414" indent="0">
              <a:buNone/>
              <a:defRPr sz="1563"/>
            </a:lvl9pPr>
          </a:lstStyle>
          <a:p>
            <a:endParaRPr lang="en-US"/>
          </a:p>
        </p:txBody>
      </p:sp>
      <p:sp>
        <p:nvSpPr>
          <p:cNvPr id="4" name="Text Placeholder 3"/>
          <p:cNvSpPr>
            <a:spLocks noGrp="1"/>
          </p:cNvSpPr>
          <p:nvPr>
            <p:ph type="body" sz="half" idx="2"/>
          </p:nvPr>
        </p:nvSpPr>
        <p:spPr>
          <a:xfrm>
            <a:off x="656304" y="2142649"/>
            <a:ext cx="3073084" cy="3969522"/>
          </a:xfrm>
        </p:spPr>
        <p:txBody>
          <a:bodyPr/>
          <a:lstStyle>
            <a:lvl1pPr marL="0" indent="0">
              <a:buNone/>
              <a:defRPr sz="1250"/>
            </a:lvl1pPr>
            <a:lvl2pPr marL="357302" indent="0">
              <a:buNone/>
              <a:defRPr sz="1094"/>
            </a:lvl2pPr>
            <a:lvl3pPr marL="714604" indent="0">
              <a:buNone/>
              <a:defRPr sz="938"/>
            </a:lvl3pPr>
            <a:lvl4pPr marL="1071905" indent="0">
              <a:buNone/>
              <a:defRPr sz="782"/>
            </a:lvl4pPr>
            <a:lvl5pPr marL="1429207" indent="0">
              <a:buNone/>
              <a:defRPr sz="782"/>
            </a:lvl5pPr>
            <a:lvl6pPr marL="1786509" indent="0">
              <a:buNone/>
              <a:defRPr sz="782"/>
            </a:lvl6pPr>
            <a:lvl7pPr marL="2143811" indent="0">
              <a:buNone/>
              <a:defRPr sz="782"/>
            </a:lvl7pPr>
            <a:lvl8pPr marL="2501113" indent="0">
              <a:buNone/>
              <a:defRPr sz="782"/>
            </a:lvl8pPr>
            <a:lvl9pPr marL="2858414" indent="0">
              <a:buNone/>
              <a:defRPr sz="782"/>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28-Oct-25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18600" y="380254"/>
            <a:ext cx="2054513" cy="60526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062" y="380254"/>
            <a:ext cx="6044436" cy="605265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28-Oct-25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5062" y="380255"/>
            <a:ext cx="8218051" cy="138048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55062" y="1901270"/>
            <a:ext cx="8218051" cy="453163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55062" y="6619728"/>
            <a:ext cx="2143839" cy="380254"/>
          </a:xfrm>
          <a:prstGeom prst="rect">
            <a:avLst/>
          </a:prstGeom>
        </p:spPr>
        <p:txBody>
          <a:bodyPr vert="horz" lIns="91440" tIns="45720" rIns="91440" bIns="45720" rtlCol="0" anchor="ctr"/>
          <a:lstStyle>
            <a:lvl1pPr algn="l">
              <a:defRPr sz="938">
                <a:solidFill>
                  <a:schemeClr val="tx1">
                    <a:tint val="75000"/>
                  </a:schemeClr>
                </a:solidFill>
              </a:defRPr>
            </a:lvl1pPr>
          </a:lstStyle>
          <a:p>
            <a:fld id="{627ED9C8-F09A-4D9E-BEC0-4725162E21FF}" type="datetimeFigureOut">
              <a:rPr lang="en-US" smtClean="0"/>
              <a:t>28-Oct-25</a:t>
            </a:fld>
            <a:endParaRPr lang="en-US"/>
          </a:p>
        </p:txBody>
      </p:sp>
      <p:sp>
        <p:nvSpPr>
          <p:cNvPr id="5" name="Footer Placeholder 4"/>
          <p:cNvSpPr>
            <a:spLocks noGrp="1"/>
          </p:cNvSpPr>
          <p:nvPr>
            <p:ph type="ftr" sz="quarter" idx="3"/>
          </p:nvPr>
        </p:nvSpPr>
        <p:spPr>
          <a:xfrm>
            <a:off x="3156208" y="6619728"/>
            <a:ext cx="3215759" cy="380254"/>
          </a:xfrm>
          <a:prstGeom prst="rect">
            <a:avLst/>
          </a:prstGeom>
        </p:spPr>
        <p:txBody>
          <a:bodyPr vert="horz" lIns="91440" tIns="45720" rIns="91440" bIns="45720" rtlCol="0" anchor="ctr"/>
          <a:lstStyle>
            <a:lvl1pPr algn="ctr">
              <a:defRPr sz="93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729274" y="6619728"/>
            <a:ext cx="2143839" cy="380254"/>
          </a:xfrm>
          <a:prstGeom prst="rect">
            <a:avLst/>
          </a:prstGeom>
        </p:spPr>
        <p:txBody>
          <a:bodyPr vert="horz" lIns="91440" tIns="45720" rIns="91440" bIns="45720" rtlCol="0" anchor="ctr"/>
          <a:lstStyle>
            <a:lvl1pPr algn="r">
              <a:defRPr sz="938">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14604" rtl="0" eaLnBrk="1" latinLnBrk="0" hangingPunct="1">
        <a:lnSpc>
          <a:spcPct val="90000"/>
        </a:lnSpc>
        <a:spcBef>
          <a:spcPct val="0"/>
        </a:spcBef>
        <a:buNone/>
        <a:defRPr sz="3439" kern="1200">
          <a:solidFill>
            <a:schemeClr val="tx1"/>
          </a:solidFill>
          <a:latin typeface="+mj-lt"/>
          <a:ea typeface="+mj-ea"/>
          <a:cs typeface="+mj-cs"/>
        </a:defRPr>
      </a:lvl1pPr>
    </p:titleStyle>
    <p:bodyStyle>
      <a:lvl1pPr marL="178651" indent="-178651" algn="l" defTabSz="714604" rtl="0" eaLnBrk="1" latinLnBrk="0" hangingPunct="1">
        <a:lnSpc>
          <a:spcPct val="90000"/>
        </a:lnSpc>
        <a:spcBef>
          <a:spcPts val="782"/>
        </a:spcBef>
        <a:buFont typeface="Arial" panose="020B0604020202020204" pitchFamily="34" charset="0"/>
        <a:buChar char="•"/>
        <a:defRPr sz="2188" kern="1200">
          <a:solidFill>
            <a:schemeClr val="tx1"/>
          </a:solidFill>
          <a:latin typeface="+mn-lt"/>
          <a:ea typeface="+mn-ea"/>
          <a:cs typeface="+mn-cs"/>
        </a:defRPr>
      </a:lvl1pPr>
      <a:lvl2pPr marL="535953" indent="-178651" algn="l" defTabSz="714604" rtl="0" eaLnBrk="1" latinLnBrk="0" hangingPunct="1">
        <a:lnSpc>
          <a:spcPct val="90000"/>
        </a:lnSpc>
        <a:spcBef>
          <a:spcPts val="391"/>
        </a:spcBef>
        <a:buFont typeface="Arial" panose="020B0604020202020204" pitchFamily="34" charset="0"/>
        <a:buChar char="•"/>
        <a:defRPr sz="1876" kern="1200">
          <a:solidFill>
            <a:schemeClr val="tx1"/>
          </a:solidFill>
          <a:latin typeface="+mn-lt"/>
          <a:ea typeface="+mn-ea"/>
          <a:cs typeface="+mn-cs"/>
        </a:defRPr>
      </a:lvl2pPr>
      <a:lvl3pPr marL="893255" indent="-178651" algn="l" defTabSz="714604" rtl="0" eaLnBrk="1" latinLnBrk="0" hangingPunct="1">
        <a:lnSpc>
          <a:spcPct val="90000"/>
        </a:lnSpc>
        <a:spcBef>
          <a:spcPts val="391"/>
        </a:spcBef>
        <a:buFont typeface="Arial" panose="020B0604020202020204" pitchFamily="34" charset="0"/>
        <a:buChar char="•"/>
        <a:defRPr sz="1563" kern="1200">
          <a:solidFill>
            <a:schemeClr val="tx1"/>
          </a:solidFill>
          <a:latin typeface="+mn-lt"/>
          <a:ea typeface="+mn-ea"/>
          <a:cs typeface="+mn-cs"/>
        </a:defRPr>
      </a:lvl3pPr>
      <a:lvl4pPr marL="1250556"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4pPr>
      <a:lvl5pPr marL="1607858"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5pPr>
      <a:lvl6pPr marL="1965160"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6pPr>
      <a:lvl7pPr marL="2322462"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7pPr>
      <a:lvl8pPr marL="2679764"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8pPr>
      <a:lvl9pPr marL="3037065" indent="-178651" algn="l" defTabSz="714604" rtl="0" eaLnBrk="1" latinLnBrk="0" hangingPunct="1">
        <a:lnSpc>
          <a:spcPct val="90000"/>
        </a:lnSpc>
        <a:spcBef>
          <a:spcPts val="391"/>
        </a:spcBef>
        <a:buFont typeface="Arial" panose="020B0604020202020204" pitchFamily="34" charset="0"/>
        <a:buChar char="•"/>
        <a:defRPr sz="1407" kern="1200">
          <a:solidFill>
            <a:schemeClr val="tx1"/>
          </a:solidFill>
          <a:latin typeface="+mn-lt"/>
          <a:ea typeface="+mn-ea"/>
          <a:cs typeface="+mn-cs"/>
        </a:defRPr>
      </a:lvl9pPr>
    </p:bodyStyle>
    <p:otherStyle>
      <a:defPPr>
        <a:defRPr lang="en-US"/>
      </a:defPPr>
      <a:lvl1pPr marL="0" algn="l" defTabSz="714604" rtl="0" eaLnBrk="1" latinLnBrk="0" hangingPunct="1">
        <a:defRPr sz="1407" kern="1200">
          <a:solidFill>
            <a:schemeClr val="tx1"/>
          </a:solidFill>
          <a:latin typeface="+mn-lt"/>
          <a:ea typeface="+mn-ea"/>
          <a:cs typeface="+mn-cs"/>
        </a:defRPr>
      </a:lvl1pPr>
      <a:lvl2pPr marL="357302" algn="l" defTabSz="714604" rtl="0" eaLnBrk="1" latinLnBrk="0" hangingPunct="1">
        <a:defRPr sz="1407" kern="1200">
          <a:solidFill>
            <a:schemeClr val="tx1"/>
          </a:solidFill>
          <a:latin typeface="+mn-lt"/>
          <a:ea typeface="+mn-ea"/>
          <a:cs typeface="+mn-cs"/>
        </a:defRPr>
      </a:lvl2pPr>
      <a:lvl3pPr marL="714604" algn="l" defTabSz="714604" rtl="0" eaLnBrk="1" latinLnBrk="0" hangingPunct="1">
        <a:defRPr sz="1407" kern="1200">
          <a:solidFill>
            <a:schemeClr val="tx1"/>
          </a:solidFill>
          <a:latin typeface="+mn-lt"/>
          <a:ea typeface="+mn-ea"/>
          <a:cs typeface="+mn-cs"/>
        </a:defRPr>
      </a:lvl3pPr>
      <a:lvl4pPr marL="1071905" algn="l" defTabSz="714604" rtl="0" eaLnBrk="1" latinLnBrk="0" hangingPunct="1">
        <a:defRPr sz="1407" kern="1200">
          <a:solidFill>
            <a:schemeClr val="tx1"/>
          </a:solidFill>
          <a:latin typeface="+mn-lt"/>
          <a:ea typeface="+mn-ea"/>
          <a:cs typeface="+mn-cs"/>
        </a:defRPr>
      </a:lvl4pPr>
      <a:lvl5pPr marL="1429207" algn="l" defTabSz="714604" rtl="0" eaLnBrk="1" latinLnBrk="0" hangingPunct="1">
        <a:defRPr sz="1407" kern="1200">
          <a:solidFill>
            <a:schemeClr val="tx1"/>
          </a:solidFill>
          <a:latin typeface="+mn-lt"/>
          <a:ea typeface="+mn-ea"/>
          <a:cs typeface="+mn-cs"/>
        </a:defRPr>
      </a:lvl5pPr>
      <a:lvl6pPr marL="1786509" algn="l" defTabSz="714604" rtl="0" eaLnBrk="1" latinLnBrk="0" hangingPunct="1">
        <a:defRPr sz="1407" kern="1200">
          <a:solidFill>
            <a:schemeClr val="tx1"/>
          </a:solidFill>
          <a:latin typeface="+mn-lt"/>
          <a:ea typeface="+mn-ea"/>
          <a:cs typeface="+mn-cs"/>
        </a:defRPr>
      </a:lvl6pPr>
      <a:lvl7pPr marL="2143811" algn="l" defTabSz="714604" rtl="0" eaLnBrk="1" latinLnBrk="0" hangingPunct="1">
        <a:defRPr sz="1407" kern="1200">
          <a:solidFill>
            <a:schemeClr val="tx1"/>
          </a:solidFill>
          <a:latin typeface="+mn-lt"/>
          <a:ea typeface="+mn-ea"/>
          <a:cs typeface="+mn-cs"/>
        </a:defRPr>
      </a:lvl7pPr>
      <a:lvl8pPr marL="2501113" algn="l" defTabSz="714604" rtl="0" eaLnBrk="1" latinLnBrk="0" hangingPunct="1">
        <a:defRPr sz="1407" kern="1200">
          <a:solidFill>
            <a:schemeClr val="tx1"/>
          </a:solidFill>
          <a:latin typeface="+mn-lt"/>
          <a:ea typeface="+mn-ea"/>
          <a:cs typeface="+mn-cs"/>
        </a:defRPr>
      </a:lvl8pPr>
      <a:lvl9pPr marL="2858414" algn="l" defTabSz="714604" rtl="0" eaLnBrk="1" latinLnBrk="0" hangingPunct="1">
        <a:defRPr sz="14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00147c89-b549-4ec2-bd1f-0062813c10b9/?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00147c89-b549-4ec2-bd1f-0062813c10b9/?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00147c89-b549-4ec2-bd1f-0062813c10b9/?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3" name="Picture" title="This slide contains the following visuals: actionButton ,clusteredBarChart ,clusteredBarChart ,slicer ,slicer ,slicer ,textbox ,clusteredBarChart ,Sales ,Sales ,Deals Won, Deals Lost ,clusteredBarChart ,actionButton ,actionButton ,actionButton ,actionButton ,shape ,shape ,hundredPercentStackedBarChart ,hundredPercentStackedBarChart. Please refer to the notes on this slide for details">
            <a:hlinkClick r:id="rId3"/>
          </p:cNvPr>
          <p:cNvPicPr>
            <a:picLocks noChangeAspect="1"/>
          </p:cNvPicPr>
          <p:nvPr/>
        </p:nvPicPr>
        <p:blipFill rotWithShape="1">
          <a:blip r:embed="rId4"/>
          <a:srcRect b="1388"/>
          <a:stretch/>
        </p:blipFill>
        <p:spPr>
          <a:xfrm>
            <a:off x="1" y="857307"/>
            <a:ext cx="9528174" cy="5360613"/>
          </a:xfrm>
          <a:prstGeom prst="rect">
            <a:avLst/>
          </a:prstGeom>
          <a:noFill/>
        </p:spPr>
      </p:pic>
      <p:sp>
        <p:nvSpPr>
          <p:cNvPr id="4" name="Title" hidden="1"/>
          <p:cNvSpPr>
            <a:spLocks noGrp="1"/>
          </p:cNvSpPr>
          <p:nvPr>
            <p:ph type="title"/>
          </p:nvPr>
        </p:nvSpPr>
        <p:spPr/>
        <p:txBody>
          <a:bodyPr/>
          <a:lstStyle/>
          <a:p>
            <a:r>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title="This slide contains the following visuals:   ,slicer ,slicer ,slicer ,actionButton ,actionButton ,actionButton ,actionButton ,shape ,shape ,Suggested % Markup for MavenTech Products by Sales Performance ,actionButton ,textbox ,slicer ,slicer ,slicer ,Top X  ,Top X ,cardVisual ,textbox ,cardVisual ,textbox ,textbox ,cardVisual. Please refer to the notes on this slide for details">
            <a:hlinkClick r:id="rId3"/>
          </p:cNvPr>
          <p:cNvPicPr>
            <a:picLocks noChangeAspect="1"/>
          </p:cNvPicPr>
          <p:nvPr/>
        </p:nvPicPr>
        <p:blipFill rotWithShape="1">
          <a:blip r:embed="rId4"/>
          <a:srcRect b="1500"/>
          <a:stretch/>
        </p:blipFill>
        <p:spPr>
          <a:xfrm>
            <a:off x="1" y="857307"/>
            <a:ext cx="9528174" cy="5354517"/>
          </a:xfrm>
          <a:prstGeom prst="rect">
            <a:avLst/>
          </a:prstGeom>
          <a:noFill/>
        </p:spPr>
      </p:pic>
      <p:sp>
        <p:nvSpPr>
          <p:cNvPr id="4" name="Title" hidden="1"/>
          <p:cNvSpPr>
            <a:spLocks noGrp="1"/>
          </p:cNvSpPr>
          <p:nvPr>
            <p:ph type="title"/>
          </p:nvPr>
        </p:nvSpPr>
        <p:spPr/>
        <p:txBody>
          <a:bodyPr/>
          <a:lstStyle/>
          <a:p>
            <a:r>
              <a:t>Page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title="This slide contains the following visuals: clusteredBarChart ,lineChart ,slicer ,slicer ,slicer ,slicer ,textbox ,shape ,shape ,slicer ,clusteredBarChart ,clusteredBarChart ,actionButton ,actionButton ,actionButton ,actionButton ,textbox ,textbox ,textbox ,textbox ,textbox ,clusteredColumnChart ,           . Please refer to the notes on this slide for details">
            <a:hlinkClick r:id="rId3"/>
          </p:cNvPr>
          <p:cNvPicPr>
            <a:picLocks noChangeAspect="1"/>
          </p:cNvPicPr>
          <p:nvPr/>
        </p:nvPicPr>
        <p:blipFill rotWithShape="1">
          <a:blip r:embed="rId4"/>
          <a:srcRect b="1388"/>
          <a:stretch/>
        </p:blipFill>
        <p:spPr>
          <a:xfrm>
            <a:off x="1" y="857307"/>
            <a:ext cx="9528174" cy="5360613"/>
          </a:xfrm>
          <a:prstGeom prst="rect">
            <a:avLst/>
          </a:prstGeom>
          <a:noFill/>
        </p:spPr>
      </p:pic>
      <p:sp>
        <p:nvSpPr>
          <p:cNvPr id="4" name="Title" hidden="1"/>
          <p:cNvSpPr>
            <a:spLocks noGrp="1"/>
          </p:cNvSpPr>
          <p:nvPr>
            <p:ph type="title"/>
          </p:nvPr>
        </p:nvSpPr>
        <p:spPr/>
        <p:txBody>
          <a:bodyPr/>
          <a:lstStyle/>
          <a:p>
            <a:r>
              <a:t>Page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pic>
        <p:nvPicPr>
          <p:cNvPr id="6" name="Content Placeholder 5" descr="A screenshot of a computer screen&#10;&#10;Description automatically generated">
            <a:extLst>
              <a:ext uri="{FF2B5EF4-FFF2-40B4-BE49-F238E27FC236}">
                <a16:creationId xmlns:a16="http://schemas.microsoft.com/office/drawing/2014/main" id="{D7B53D1D-18CE-B073-9DC3-389F7F93841B}"/>
              </a:ext>
            </a:extLst>
          </p:cNvPr>
          <p:cNvPicPr>
            <a:picLocks noGrp="1" noChangeAspect="1"/>
          </p:cNvPicPr>
          <p:nvPr>
            <p:ph idx="1"/>
          </p:nvPr>
        </p:nvPicPr>
        <p:blipFill rotWithShape="1">
          <a:blip r:embed="rId2"/>
          <a:stretch/>
        </p:blipFill>
        <p:spPr>
          <a:xfrm>
            <a:off x="-1" y="1396953"/>
            <a:ext cx="9528175" cy="4348255"/>
          </a:xfrm>
        </p:spPr>
      </p:pic>
    </p:spTree>
    <p:extLst>
      <p:ext uri="{BB962C8B-B14F-4D97-AF65-F5344CB8AC3E}">
        <p14:creationId xmlns:p14="http://schemas.microsoft.com/office/powerpoint/2010/main" val="2650752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8" name="Picture 7" descr="A close-up of a document&#10;&#10;Description automatically generated">
            <a:extLst>
              <a:ext uri="{FF2B5EF4-FFF2-40B4-BE49-F238E27FC236}">
                <a16:creationId xmlns:a16="http://schemas.microsoft.com/office/drawing/2014/main" id="{F4CC1BB4-7829-1965-6589-B7E68D820B8B}"/>
              </a:ext>
            </a:extLst>
          </p:cNvPr>
          <p:cNvPicPr>
            <a:picLocks noChangeAspect="1"/>
          </p:cNvPicPr>
          <p:nvPr/>
        </p:nvPicPr>
        <p:blipFill>
          <a:blip r:embed="rId3"/>
          <a:stretch>
            <a:fillRect/>
          </a:stretch>
        </p:blipFill>
        <p:spPr>
          <a:xfrm>
            <a:off x="5038407" y="404500"/>
            <a:ext cx="4089190" cy="6333162"/>
          </a:xfrm>
          <a:prstGeom prst="rect">
            <a:avLst/>
          </a:prstGeom>
          <a:ln>
            <a:solidFill>
              <a:schemeClr val="tx1"/>
            </a:solidFill>
          </a:ln>
        </p:spPr>
      </p:pic>
      <p:pic>
        <p:nvPicPr>
          <p:cNvPr id="6" name="Picture 5" descr="A screenshot of a document&#10;&#10;Description automatically generated">
            <a:extLst>
              <a:ext uri="{FF2B5EF4-FFF2-40B4-BE49-F238E27FC236}">
                <a16:creationId xmlns:a16="http://schemas.microsoft.com/office/drawing/2014/main" id="{A60223D2-0004-8802-FE8C-3A8C28E7EC02}"/>
              </a:ext>
            </a:extLst>
          </p:cNvPr>
          <p:cNvPicPr>
            <a:picLocks noChangeAspect="1"/>
          </p:cNvPicPr>
          <p:nvPr/>
        </p:nvPicPr>
        <p:blipFill>
          <a:blip r:embed="rId4"/>
          <a:stretch>
            <a:fillRect/>
          </a:stretch>
        </p:blipFill>
        <p:spPr>
          <a:xfrm>
            <a:off x="400578" y="2725484"/>
            <a:ext cx="5781923" cy="3571804"/>
          </a:xfrm>
          <a:prstGeom prst="rect">
            <a:avLst/>
          </a:prstGeom>
          <a:ln>
            <a:solidFill>
              <a:schemeClr val="tx1"/>
            </a:solidFill>
          </a:ln>
        </p:spPr>
      </p:pic>
      <p:sp>
        <p:nvSpPr>
          <p:cNvPr id="9" name="Rectangle 8">
            <a:extLst>
              <a:ext uri="{FF2B5EF4-FFF2-40B4-BE49-F238E27FC236}">
                <a16:creationId xmlns:a16="http://schemas.microsoft.com/office/drawing/2014/main" id="{77F98BB3-B231-0C79-30ED-918983C50898}"/>
              </a:ext>
            </a:extLst>
          </p:cNvPr>
          <p:cNvSpPr/>
          <p:nvPr/>
        </p:nvSpPr>
        <p:spPr>
          <a:xfrm>
            <a:off x="431058" y="404500"/>
            <a:ext cx="4607349" cy="2123658"/>
          </a:xfrm>
          <a:prstGeom prst="rect">
            <a:avLst/>
          </a:prstGeom>
          <a:noFill/>
        </p:spPr>
        <p:txBody>
          <a:bodyPr wrap="square" lIns="91440" tIns="45720" rIns="91440" bIns="45720">
            <a:spAutoFit/>
          </a:bodyPr>
          <a:lstStyle/>
          <a:p>
            <a:r>
              <a:rPr lang="en-US" sz="4400" dirty="0">
                <a:ln w="0"/>
                <a:solidFill>
                  <a:schemeClr val="accent6">
                    <a:lumMod val="50000"/>
                  </a:schemeClr>
                </a:solidFill>
                <a:effectLst>
                  <a:outerShdw blurRad="38100" dist="19050" dir="2700000" algn="tl" rotWithShape="0">
                    <a:schemeClr val="dk1">
                      <a:alpha val="40000"/>
                    </a:schemeClr>
                  </a:outerShdw>
                </a:effectLst>
                <a:latin typeface="Abadi" panose="020B0604020104020204" pitchFamily="34" charset="0"/>
                <a:ea typeface="Verdana" panose="020B0604030504040204" pitchFamily="34" charset="0"/>
                <a:cs typeface="Aharoni" panose="02010803020104030203" pitchFamily="2" charset="-79"/>
              </a:rPr>
              <a:t>Automated</a:t>
            </a:r>
          </a:p>
          <a:p>
            <a:r>
              <a:rPr lang="en-US" sz="4400" dirty="0">
                <a:ln w="0"/>
                <a:solidFill>
                  <a:schemeClr val="accent6">
                    <a:lumMod val="50000"/>
                  </a:schemeClr>
                </a:solidFill>
                <a:effectLst>
                  <a:outerShdw blurRad="38100" dist="19050" dir="2700000" algn="tl" rotWithShape="0">
                    <a:schemeClr val="dk1">
                      <a:alpha val="40000"/>
                    </a:schemeClr>
                  </a:outerShdw>
                </a:effectLst>
                <a:latin typeface="Abadi" panose="020B0604020104020204" pitchFamily="34" charset="0"/>
                <a:ea typeface="Verdana" panose="020B0604030504040204" pitchFamily="34" charset="0"/>
                <a:cs typeface="Aharoni" panose="02010803020104030203" pitchFamily="2" charset="-79"/>
              </a:rPr>
              <a:t>School</a:t>
            </a:r>
          </a:p>
          <a:p>
            <a:r>
              <a:rPr lang="en-US" sz="4400" cap="none" spc="0" dirty="0">
                <a:ln w="0"/>
                <a:solidFill>
                  <a:schemeClr val="accent6">
                    <a:lumMod val="50000"/>
                  </a:schemeClr>
                </a:solidFill>
                <a:effectLst>
                  <a:outerShdw blurRad="38100" dist="19050" dir="2700000" algn="tl" rotWithShape="0">
                    <a:schemeClr val="dk1">
                      <a:alpha val="40000"/>
                    </a:schemeClr>
                  </a:outerShdw>
                </a:effectLst>
                <a:latin typeface="Abadi" panose="020B0604020104020204" pitchFamily="34" charset="0"/>
                <a:ea typeface="Verdana" panose="020B0604030504040204" pitchFamily="34" charset="0"/>
                <a:cs typeface="Aharoni" panose="02010803020104030203" pitchFamily="2" charset="-79"/>
              </a:rPr>
              <a:t>Forms v.1.0</a:t>
            </a:r>
          </a:p>
        </p:txBody>
      </p:sp>
    </p:spTree>
    <p:extLst>
      <p:ext uri="{BB962C8B-B14F-4D97-AF65-F5344CB8AC3E}">
        <p14:creationId xmlns:p14="http://schemas.microsoft.com/office/powerpoint/2010/main" val="732277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6" name="Picture 5" descr="A large city with many ships&#10;&#10;Description automatically generated with medium confidence">
            <a:extLst>
              <a:ext uri="{FF2B5EF4-FFF2-40B4-BE49-F238E27FC236}">
                <a16:creationId xmlns:a16="http://schemas.microsoft.com/office/drawing/2014/main" id="{9579E07A-1A4F-16B6-FAA2-8B7E59659CC0}"/>
              </a:ext>
            </a:extLst>
          </p:cNvPr>
          <p:cNvPicPr>
            <a:picLocks noChangeAspect="1"/>
          </p:cNvPicPr>
          <p:nvPr/>
        </p:nvPicPr>
        <p:blipFill>
          <a:blip r:embed="rId2"/>
          <a:stretch>
            <a:fillRect/>
          </a:stretch>
        </p:blipFill>
        <p:spPr>
          <a:xfrm>
            <a:off x="0" y="891553"/>
            <a:ext cx="9528175" cy="5359057"/>
          </a:xfrm>
          <a:prstGeom prst="rect">
            <a:avLst/>
          </a:prstGeom>
        </p:spPr>
      </p:pic>
    </p:spTree>
    <p:extLst>
      <p:ext uri="{BB962C8B-B14F-4D97-AF65-F5344CB8AC3E}">
        <p14:creationId xmlns:p14="http://schemas.microsoft.com/office/powerpoint/2010/main" val="79762614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TotalTime>
  <Words>362</Words>
  <Application>Microsoft Office PowerPoint</Application>
  <PresentationFormat>Custom</PresentationFormat>
  <Paragraphs>205</Paragraphs>
  <Slides>6</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Abadi</vt:lpstr>
      <vt:lpstr>Arial</vt:lpstr>
      <vt:lpstr>Calibri</vt:lpstr>
      <vt:lpstr>Calibri Light</vt:lpstr>
      <vt:lpstr>Custom Design</vt:lpstr>
      <vt:lpstr>Page 1</vt:lpstr>
      <vt:lpstr>Page 2</vt:lpstr>
      <vt:lpstr>Page 3</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James Rhode Salac</cp:lastModifiedBy>
  <cp:revision>7</cp:revision>
  <dcterms:created xsi:type="dcterms:W3CDTF">2016-09-04T11:54:55Z</dcterms:created>
  <dcterms:modified xsi:type="dcterms:W3CDTF">2025-10-28T13:50:07Z</dcterms:modified>
</cp:coreProperties>
</file>